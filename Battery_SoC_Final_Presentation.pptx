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Battery State-of-Charge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Voltage, Current and Temperature | EEE Capstone | [Student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Estimate SoC from voltage, current and temperature.</a:t>
            </a:r>
          </a:p>
          <a:p>
            <a:pPr>
              <a:defRPr sz="2200"/>
            </a:pPr>
            <a:r>
              <a:t>Compare Linear Regression, Random Forest and Gradient Boosting.</a:t>
            </a:r>
          </a:p>
          <a:p>
            <a:pPr>
              <a:defRPr sz="2200"/>
            </a:pPr>
            <a:r>
              <a:t>Evaluate using MAE, RMSE and R².</a:t>
            </a:r>
          </a:p>
          <a:p>
            <a:pPr>
              <a:defRPr sz="2200"/>
            </a:pPr>
            <a:r>
              <a:t>Build a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3,000 synthetic records generated reproducibly.</a:t>
            </a:r>
          </a:p>
          <a:p>
            <a:pPr>
              <a:defRPr sz="2200"/>
            </a:pPr>
            <a:r>
              <a:t>Inputs: voltage (V), current (A), temperature (°C).</a:t>
            </a:r>
          </a:p>
          <a:p>
            <a:pPr>
              <a:defRPr sz="2200"/>
            </a:pPr>
            <a:r>
              <a:t>Target: reference SoC (%); operating mode also recorded.</a:t>
            </a:r>
          </a:p>
          <a:p>
            <a:pPr>
              <a:defRPr sz="2200"/>
            </a:pPr>
            <a:r>
              <a:t>Not measured battery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Generate data → preprocess → train/test split → fit three regressors.</a:t>
            </a:r>
          </a:p>
          <a:p>
            <a:pPr>
              <a:defRPr sz="2200"/>
            </a:pPr>
            <a:r>
              <a:t>Select lowest-RMSE model.</a:t>
            </a:r>
          </a:p>
          <a:p>
            <a:pPr>
              <a:defRPr sz="2200"/>
            </a:pPr>
            <a:r>
              <a:t>Save metrics, actual-vs-estimated and residual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Sensor inputs → regression model → estimated SoC (%) → dashboard.</a:t>
            </a:r>
          </a:p>
          <a:p>
            <a:pPr>
              <a:defRPr sz="2200"/>
            </a:pPr>
            <a:r>
              <a:t>Python, Pandas, scikit-learn, Matplotlib, Seaborn, Streamlit.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MAE, RMSE and R² on held-out data.</a:t>
            </a:r>
          </a:p>
          <a:p>
            <a:pPr>
              <a:defRPr sz="2200"/>
            </a:pPr>
            <a:r>
              <a:t>Use actual values from outputs/model_comparison.csv.</a:t>
            </a:r>
          </a:p>
          <a:p>
            <a:pPr>
              <a:defRPr sz="2200"/>
            </a:pPr>
            <a:r>
              <a:t>Scores only describe synthetic-label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 voltage, current and temperature.</a:t>
            </a:r>
          </a:p>
          <a:p>
            <a:pPr>
              <a:defRPr sz="2200"/>
            </a:pPr>
            <a:r>
              <a:t>Click Estimate SoC and show percentage output.</a:t>
            </a:r>
          </a:p>
          <a:p>
            <a:pPr>
              <a:defRPr sz="2200"/>
            </a:pPr>
            <a:r>
              <a:t>Try charging/discharging and varied temperatures.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 does not prove real battery accuracy.</a:t>
            </a:r>
          </a:p>
          <a:p>
            <a:pPr>
              <a:defRPr sz="2200"/>
            </a:pPr>
            <a:r>
              <a:t>Chemistry, capacity, ageing and test conditions matter.</a:t>
            </a:r>
          </a:p>
          <a:p>
            <a:pPr>
              <a:defRPr sz="2200"/>
            </a:pPr>
            <a:r>
              <a:t>Not for battery protection or charging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educational regression workflow completed.</a:t>
            </a:r>
          </a:p>
          <a:p>
            <a:pPr>
              <a:defRPr sz="2200"/>
            </a:pPr>
            <a:r>
              <a:t>Next: documented real data and chronological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